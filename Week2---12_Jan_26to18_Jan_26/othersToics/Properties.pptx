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26FDFD4-FCA5-4C27-8A2E-DDB87DB31E3C}" type="datetimeFigureOut">
              <a:rPr lang="en-US" smtClean="0"/>
              <a:pPr/>
              <a:t>11/10/2011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06007-1372-4607-A206-98BE22423E9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6FDFD4-FCA5-4C27-8A2E-DDB87DB31E3C}" type="datetimeFigureOut">
              <a:rPr lang="en-US" smtClean="0"/>
              <a:pPr/>
              <a:t>11/10/2011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06007-1372-4607-A206-98BE22423E9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26FDFD4-FCA5-4C27-8A2E-DDB87DB31E3C}" type="datetimeFigureOut">
              <a:rPr lang="en-US" smtClean="0"/>
              <a:pPr/>
              <a:t>11/10/2011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06007-1372-4607-A206-98BE22423E9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26FDFD4-FCA5-4C27-8A2E-DDB87DB31E3C}" type="datetimeFigureOut">
              <a:rPr lang="en-US" smtClean="0"/>
              <a:pPr/>
              <a:t>11/10/2011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406007-1372-4607-A206-98BE22423E9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26FDFD4-FCA5-4C27-8A2E-DDB87DB31E3C}" type="datetimeFigureOut">
              <a:rPr lang="en-US" smtClean="0"/>
              <a:pPr/>
              <a:t>11/10/2011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406007-1372-4607-A206-98BE22423E9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26FDFD4-FCA5-4C27-8A2E-DDB87DB31E3C}" type="datetimeFigureOut">
              <a:rPr lang="en-US" smtClean="0"/>
              <a:pPr/>
              <a:t>11/10/2011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406007-1372-4607-A206-98BE22423E9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6FDFD4-FCA5-4C27-8A2E-DDB87DB31E3C}" type="datetimeFigureOut">
              <a:rPr lang="en-US" smtClean="0"/>
              <a:pPr/>
              <a:t>11/10/2011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406007-1372-4607-A206-98BE22423E9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6FDFD4-FCA5-4C27-8A2E-DDB87DB31E3C}" type="datetimeFigureOut">
              <a:rPr lang="en-US" smtClean="0"/>
              <a:pPr/>
              <a:t>11/10/2011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406007-1372-4607-A206-98BE22423E9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6FDFD4-FCA5-4C27-8A2E-DDB87DB31E3C}" type="datetimeFigureOut">
              <a:rPr lang="en-US" smtClean="0"/>
              <a:pPr/>
              <a:t>11/10/2011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406007-1372-4607-A206-98BE22423E9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6FDFD4-FCA5-4C27-8A2E-DDB87DB31E3C}" type="datetimeFigureOut">
              <a:rPr lang="en-US" smtClean="0"/>
              <a:pPr/>
              <a:t>11/10/2011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06007-1372-4607-A206-98BE22423E9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6FDFD4-FCA5-4C27-8A2E-DDB87DB31E3C}" type="datetimeFigureOut">
              <a:rPr lang="en-US" smtClean="0"/>
              <a:pPr/>
              <a:t>11/10/2011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06007-1372-4607-A206-98BE22423E9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6FDFD4-FCA5-4C27-8A2E-DDB87DB31E3C}" type="datetimeFigureOut">
              <a:rPr lang="en-US" smtClean="0"/>
              <a:pPr/>
              <a:t>11/10/2011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406007-1372-4607-A206-98BE22423E9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classClsEmployeeP.docx"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classClsArithematic.docx"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Properties </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smtClean="0"/>
              <a:t>Properties </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If at all a class contains any value in it that should be accessible out side of the class. Access to the value can be given in two different ways.</a:t>
            </a:r>
          </a:p>
          <a:p>
            <a:pPr marL="571500" indent="-571500">
              <a:buAutoNum type="romanLcParenBoth"/>
            </a:pPr>
            <a:r>
              <a:rPr lang="en-US" dirty="0" smtClean="0"/>
              <a:t>By storing the value in a public variable.</a:t>
            </a:r>
          </a:p>
          <a:p>
            <a:pPr marL="571500" indent="-571500">
              <a:buAutoNum type="romanLcParenBoth"/>
            </a:pPr>
            <a:r>
              <a:rPr lang="en-US" dirty="0" smtClean="0"/>
              <a:t>Store the value in private value and the define a property to proved the access to the value.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marL="571500" indent="-571500">
              <a:buAutoNum type="romanLcParenBoth"/>
            </a:pPr>
            <a:r>
              <a:rPr lang="en-US" dirty="0" smtClean="0"/>
              <a:t>In first case that is when value is stored in a public variable we give both read write access to the value . That is everyone can get the value as well as set with a new value.</a:t>
            </a:r>
          </a:p>
          <a:p>
            <a:pPr marL="571500" indent="-571500">
              <a:buNone/>
            </a:pPr>
            <a:r>
              <a:rPr lang="en-US" dirty="0" smtClean="0"/>
              <a:t>Public class Test</a:t>
            </a:r>
          </a:p>
          <a:p>
            <a:pPr marL="571500" indent="-571500">
              <a:buNone/>
            </a:pPr>
            <a:r>
              <a:rPr lang="en-US" dirty="0" smtClean="0"/>
              <a:t>{</a:t>
            </a:r>
          </a:p>
          <a:p>
            <a:pPr marL="571500" indent="-571500">
              <a:buNone/>
            </a:pPr>
            <a:r>
              <a:rPr lang="en-US" dirty="0"/>
              <a:t>	</a:t>
            </a:r>
            <a:r>
              <a:rPr lang="en-US" dirty="0" smtClean="0"/>
              <a:t>public </a:t>
            </a:r>
            <a:r>
              <a:rPr lang="en-US" dirty="0" err="1" smtClean="0"/>
              <a:t>int</a:t>
            </a:r>
            <a:r>
              <a:rPr lang="en-US" dirty="0" smtClean="0"/>
              <a:t> x=100;</a:t>
            </a:r>
          </a:p>
          <a:p>
            <a:pPr marL="571500" indent="-571500">
              <a:buNone/>
            </a:pPr>
            <a:r>
              <a:rPr lang="en-US" dirty="0" smtClean="0"/>
              <a:t>}</a:t>
            </a:r>
          </a:p>
          <a:p>
            <a:pPr marL="571500" indent="-571500">
              <a:buNone/>
            </a:pPr>
            <a:r>
              <a:rPr lang="en-US" dirty="0" smtClean="0"/>
              <a:t>Test </a:t>
            </a:r>
            <a:r>
              <a:rPr lang="en-US" dirty="0" err="1" smtClean="0"/>
              <a:t>obj</a:t>
            </a:r>
            <a:r>
              <a:rPr lang="en-US" dirty="0" smtClean="0"/>
              <a:t>=new Test();</a:t>
            </a:r>
          </a:p>
          <a:p>
            <a:pPr marL="571500" indent="-571500">
              <a:buNone/>
            </a:pPr>
            <a:r>
              <a:rPr lang="en-US" dirty="0" err="1" smtClean="0"/>
              <a:t>Int</a:t>
            </a:r>
            <a:r>
              <a:rPr lang="en-US" dirty="0" smtClean="0"/>
              <a:t> a =</a:t>
            </a:r>
            <a:r>
              <a:rPr lang="en-US" dirty="0" err="1" smtClean="0"/>
              <a:t>obj.x</a:t>
            </a:r>
            <a:r>
              <a:rPr lang="en-US" dirty="0" smtClean="0"/>
              <a:t>;  //Getting the value</a:t>
            </a:r>
          </a:p>
          <a:p>
            <a:pPr marL="571500" indent="-571500">
              <a:buNone/>
            </a:pPr>
            <a:r>
              <a:rPr lang="en-US" dirty="0" err="1" smtClean="0"/>
              <a:t>Obj.x</a:t>
            </a:r>
            <a:r>
              <a:rPr lang="en-US" dirty="0" smtClean="0"/>
              <a:t>=200;  //Setting the value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None/>
            </a:pPr>
            <a:r>
              <a:rPr lang="en-US" dirty="0" smtClean="0"/>
              <a:t>(ii) If at all the same value store in a private variable we can still provide access to the value by defining a property on that variable.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lnSpcReduction="10000"/>
          </a:bodyPr>
          <a:lstStyle/>
          <a:p>
            <a:r>
              <a:rPr lang="en-US" dirty="0" smtClean="0"/>
              <a:t>A property is a member of a class, used to write the data in the data field and read the data from the data field of a class.</a:t>
            </a:r>
          </a:p>
          <a:p>
            <a:r>
              <a:rPr lang="en-US" dirty="0" smtClean="0"/>
              <a:t>A property can never store the data, just used to transfer the data.</a:t>
            </a:r>
          </a:p>
          <a:p>
            <a:r>
              <a:rPr lang="en-US" dirty="0" smtClean="0"/>
              <a:t>Properties are members that provide a flexible mechanism to read ,write or computer the values of private fields.</a:t>
            </a:r>
          </a:p>
          <a:p>
            <a:r>
              <a:rPr lang="en-US" dirty="0" smtClean="0"/>
              <a:t>Properties enable a class to expose a public way of getting and setting  values, while hiding implementation or verification code.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smtClean="0"/>
              <a:t>To perform read and write operations, property can contain two assessors/methods.</a:t>
            </a:r>
          </a:p>
          <a:p>
            <a:r>
              <a:rPr lang="en-US" dirty="0" smtClean="0"/>
              <a:t>Properties provide the convenience of public data members without the risks that come with unprotected, uncontrolled, and unverified access to an object’s data.</a:t>
            </a:r>
          </a:p>
          <a:p>
            <a:r>
              <a:rPr lang="en-US" dirty="0" smtClean="0"/>
              <a:t>This is accomplished through assessors: special methods that assign and retrieve values from the underlying data member.</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Type of properties</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C# .NET will support three types of properties.</a:t>
            </a:r>
          </a:p>
          <a:p>
            <a:pPr marL="571500" indent="-571500">
              <a:buAutoNum type="romanLcParenBoth"/>
            </a:pPr>
            <a:r>
              <a:rPr lang="en-US" dirty="0" smtClean="0"/>
              <a:t>Read only property</a:t>
            </a:r>
          </a:p>
          <a:p>
            <a:pPr marL="571500" indent="-571500">
              <a:buAutoNum type="romanLcParenBoth"/>
            </a:pPr>
            <a:r>
              <a:rPr lang="en-US" dirty="0" smtClean="0"/>
              <a:t>Write only property</a:t>
            </a:r>
          </a:p>
          <a:p>
            <a:pPr marL="571500" indent="-571500">
              <a:buAutoNum type="romanLcParenBoth"/>
            </a:pPr>
            <a:r>
              <a:rPr lang="en-US" dirty="0" smtClean="0"/>
              <a:t>Read write property</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Read only property</a:t>
            </a:r>
            <a:endParaRPr lang="en-US" dirty="0"/>
          </a:p>
        </p:txBody>
      </p:sp>
      <p:sp>
        <p:nvSpPr>
          <p:cNvPr id="3" name="Content Placeholder 2"/>
          <p:cNvSpPr>
            <a:spLocks noGrp="1"/>
          </p:cNvSpPr>
          <p:nvPr>
            <p:ph idx="1"/>
          </p:nvPr>
        </p:nvSpPr>
        <p:spPr>
          <a:xfrm>
            <a:off x="457200" y="762000"/>
            <a:ext cx="8229600" cy="5364163"/>
          </a:xfrm>
        </p:spPr>
        <p:txBody>
          <a:bodyPr>
            <a:normAutofit lnSpcReduction="10000"/>
          </a:bodyPr>
          <a:lstStyle/>
          <a:p>
            <a:r>
              <a:rPr lang="en-US" dirty="0" smtClean="0"/>
              <a:t>This property is used to read the data from the data field.</a:t>
            </a:r>
          </a:p>
          <a:p>
            <a:r>
              <a:rPr lang="en-US" dirty="0" smtClean="0"/>
              <a:t>We can’t write the data into data field using this property.</a:t>
            </a:r>
          </a:p>
          <a:p>
            <a:r>
              <a:rPr lang="en-US" dirty="0" smtClean="0"/>
              <a:t>This property will contain only one </a:t>
            </a:r>
            <a:r>
              <a:rPr lang="en-US" dirty="0" err="1" smtClean="0"/>
              <a:t>accessor</a:t>
            </a:r>
            <a:r>
              <a:rPr lang="en-US" dirty="0" smtClean="0"/>
              <a:t> </a:t>
            </a:r>
            <a:r>
              <a:rPr lang="en-US" dirty="0" err="1" smtClean="0"/>
              <a:t>i.e</a:t>
            </a:r>
            <a:r>
              <a:rPr lang="en-US" dirty="0" smtClean="0"/>
              <a:t>, get </a:t>
            </a:r>
            <a:r>
              <a:rPr lang="en-US" dirty="0" err="1" smtClean="0"/>
              <a:t>Accessor</a:t>
            </a:r>
            <a:endParaRPr lang="en-US" dirty="0" smtClean="0"/>
          </a:p>
          <a:p>
            <a:pPr>
              <a:buNone/>
            </a:pPr>
            <a:r>
              <a:rPr lang="en-US" dirty="0" smtClean="0"/>
              <a:t>Access Modifier Data Type Property Name</a:t>
            </a:r>
          </a:p>
          <a:p>
            <a:pPr>
              <a:buNone/>
            </a:pPr>
            <a:r>
              <a:rPr lang="en-US" dirty="0" smtClean="0"/>
              <a:t>{</a:t>
            </a:r>
          </a:p>
          <a:p>
            <a:pPr>
              <a:buNone/>
            </a:pPr>
            <a:r>
              <a:rPr lang="en-US" dirty="0"/>
              <a:t>	</a:t>
            </a:r>
            <a:r>
              <a:rPr lang="en-US" dirty="0" smtClean="0"/>
              <a:t>set{Data filed Name=value};</a:t>
            </a:r>
          </a:p>
          <a:p>
            <a:pPr>
              <a:buNone/>
            </a:pPr>
            <a:r>
              <a:rPr lang="en-US"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Write only property</a:t>
            </a:r>
            <a:endParaRPr lang="en-US" dirty="0"/>
          </a:p>
        </p:txBody>
      </p:sp>
      <p:sp>
        <p:nvSpPr>
          <p:cNvPr id="3" name="Content Placeholder 2"/>
          <p:cNvSpPr>
            <a:spLocks noGrp="1"/>
          </p:cNvSpPr>
          <p:nvPr>
            <p:ph idx="1"/>
          </p:nvPr>
        </p:nvSpPr>
        <p:spPr>
          <a:xfrm>
            <a:off x="457200" y="838200"/>
            <a:ext cx="8229600" cy="5287963"/>
          </a:xfrm>
        </p:spPr>
        <p:txBody>
          <a:bodyPr>
            <a:normAutofit lnSpcReduction="10000"/>
          </a:bodyPr>
          <a:lstStyle/>
          <a:p>
            <a:r>
              <a:rPr lang="en-US" dirty="0" smtClean="0"/>
              <a:t>This is used to write the data into Data field of a class.</a:t>
            </a:r>
          </a:p>
          <a:p>
            <a:r>
              <a:rPr lang="en-US" dirty="0" smtClean="0"/>
              <a:t>Using this property, we can’t read the data from the data field.</a:t>
            </a:r>
          </a:p>
          <a:p>
            <a:r>
              <a:rPr lang="en-US" dirty="0" smtClean="0"/>
              <a:t>This property will contain only one </a:t>
            </a:r>
            <a:r>
              <a:rPr lang="en-US" dirty="0" err="1" smtClean="0"/>
              <a:t>accessor</a:t>
            </a:r>
            <a:r>
              <a:rPr lang="en-US" dirty="0" smtClean="0"/>
              <a:t> </a:t>
            </a:r>
            <a:r>
              <a:rPr lang="en-US" dirty="0" err="1" smtClean="0"/>
              <a:t>i.e</a:t>
            </a:r>
            <a:r>
              <a:rPr lang="en-US" dirty="0" smtClean="0"/>
              <a:t> set </a:t>
            </a:r>
            <a:r>
              <a:rPr lang="en-US" dirty="0" err="1" smtClean="0"/>
              <a:t>accessor</a:t>
            </a:r>
            <a:r>
              <a:rPr lang="en-US" dirty="0" smtClean="0"/>
              <a:t>.</a:t>
            </a:r>
          </a:p>
          <a:p>
            <a:pPr>
              <a:buNone/>
            </a:pPr>
            <a:r>
              <a:rPr lang="en-US" dirty="0" smtClean="0"/>
              <a:t>Access Modifier Data Type Property Name</a:t>
            </a:r>
          </a:p>
          <a:p>
            <a:pPr>
              <a:buNone/>
            </a:pPr>
            <a:r>
              <a:rPr lang="en-US" dirty="0" smtClean="0"/>
              <a:t>{</a:t>
            </a:r>
          </a:p>
          <a:p>
            <a:pPr>
              <a:buNone/>
            </a:pPr>
            <a:r>
              <a:rPr lang="en-US" dirty="0" smtClean="0"/>
              <a:t>	get{return Data Field Name};</a:t>
            </a:r>
          </a:p>
          <a:p>
            <a:pPr>
              <a:buNone/>
            </a:pPr>
            <a:r>
              <a:rPr lang="en-US" dirty="0" smtClean="0"/>
              <a: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Read write property</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This is used to read the data from the data field and to write the data in to the Data field.</a:t>
            </a:r>
          </a:p>
          <a:p>
            <a:r>
              <a:rPr lang="en-US" dirty="0" smtClean="0"/>
              <a:t>This property will contain two </a:t>
            </a:r>
            <a:r>
              <a:rPr lang="en-US" dirty="0" err="1" smtClean="0"/>
              <a:t>accessors</a:t>
            </a:r>
            <a:r>
              <a:rPr lang="en-US" dirty="0" smtClean="0"/>
              <a:t> </a:t>
            </a:r>
            <a:r>
              <a:rPr lang="en-US" dirty="0" err="1" smtClean="0"/>
              <a:t>i.e</a:t>
            </a:r>
            <a:r>
              <a:rPr lang="en-US" dirty="0" smtClean="0"/>
              <a:t> get and set. Syntax:</a:t>
            </a:r>
          </a:p>
          <a:p>
            <a:pPr>
              <a:buNone/>
            </a:pPr>
            <a:r>
              <a:rPr lang="en-US" dirty="0" smtClean="0"/>
              <a:t>Access Modifier Data Type Property Name</a:t>
            </a:r>
          </a:p>
          <a:p>
            <a:pPr>
              <a:buNone/>
            </a:pPr>
            <a:r>
              <a:rPr lang="en-US" dirty="0" smtClean="0"/>
              <a:t>{</a:t>
            </a:r>
          </a:p>
          <a:p>
            <a:pPr>
              <a:buNone/>
            </a:pPr>
            <a:r>
              <a:rPr lang="en-US" dirty="0" smtClean="0"/>
              <a:t>	set{ Data Field Name};</a:t>
            </a:r>
          </a:p>
          <a:p>
            <a:pPr>
              <a:buNone/>
            </a:pPr>
            <a:r>
              <a:rPr lang="en-US" dirty="0" smtClean="0"/>
              <a:t>	get{ return Data Field Name};</a:t>
            </a:r>
          </a:p>
          <a:p>
            <a:pPr>
              <a:buNone/>
            </a:pPr>
            <a:r>
              <a:rPr lang="en-US" dirty="0" smtClean="0"/>
              <a:t>}</a:t>
            </a:r>
          </a:p>
          <a:p>
            <a:pPr>
              <a:buNone/>
            </a:pPr>
            <a:endParaRPr lang="en-US" dirty="0" smtClean="0"/>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smtClean="0"/>
              <a:t>Whenever, we create property, the Data type of a property must and should be same as the data type of the data field into which we want to transfer the data.</a:t>
            </a:r>
          </a:p>
          <a:p>
            <a:r>
              <a:rPr lang="en-US" dirty="0" smtClean="0"/>
              <a:t>A property can never accept arguments.</a:t>
            </a:r>
          </a:p>
          <a:p>
            <a:r>
              <a:rPr lang="en-US" dirty="0" smtClean="0"/>
              <a:t>Declaration of variables or writing the code out side the assessors with the property is prohibited.</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Class diagram </a:t>
            </a:r>
            <a:endParaRPr lang="en-US" dirty="0"/>
          </a:p>
        </p:txBody>
      </p:sp>
      <p:sp>
        <p:nvSpPr>
          <p:cNvPr id="3" name="Content Placeholder 2"/>
          <p:cNvSpPr>
            <a:spLocks noGrp="1"/>
          </p:cNvSpPr>
          <p:nvPr>
            <p:ph idx="1"/>
          </p:nvPr>
        </p:nvSpPr>
        <p:spPr>
          <a:xfrm>
            <a:off x="457200" y="914400"/>
            <a:ext cx="8229600" cy="5211763"/>
          </a:xfrm>
        </p:spPr>
        <p:txBody>
          <a:bodyPr/>
          <a:lstStyle/>
          <a:p>
            <a:r>
              <a:rPr lang="en-US" dirty="0" smtClean="0"/>
              <a:t>Program for read /write </a:t>
            </a:r>
            <a:r>
              <a:rPr lang="en-US" dirty="0" smtClean="0">
                <a:hlinkClick r:id="rId2" action="ppaction://hlinkfile"/>
              </a:rPr>
              <a:t>property</a:t>
            </a:r>
            <a:endParaRPr lang="en-US" dirty="0"/>
          </a:p>
        </p:txBody>
      </p:sp>
      <p:sp>
        <p:nvSpPr>
          <p:cNvPr id="4" name="Rectangle 3"/>
          <p:cNvSpPr/>
          <p:nvPr/>
        </p:nvSpPr>
        <p:spPr>
          <a:xfrm>
            <a:off x="5105400" y="1676400"/>
            <a:ext cx="3124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smtClean="0"/>
              <a:t>ClsEmployee</a:t>
            </a:r>
            <a:endParaRPr lang="en-US" dirty="0"/>
          </a:p>
        </p:txBody>
      </p:sp>
      <p:sp>
        <p:nvSpPr>
          <p:cNvPr id="5" name="Rectangle 4"/>
          <p:cNvSpPr/>
          <p:nvPr/>
        </p:nvSpPr>
        <p:spPr>
          <a:xfrm>
            <a:off x="5105400" y="2057400"/>
            <a:ext cx="3124200" cy="2362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smtClean="0"/>
              <a:t>Int</a:t>
            </a:r>
            <a:r>
              <a:rPr lang="en-US" dirty="0" smtClean="0"/>
              <a:t> </a:t>
            </a:r>
            <a:r>
              <a:rPr lang="en-US" dirty="0" err="1" smtClean="0"/>
              <a:t>EmpId</a:t>
            </a:r>
            <a:endParaRPr lang="en-US" dirty="0" smtClean="0"/>
          </a:p>
          <a:p>
            <a:r>
              <a:rPr lang="en-US" dirty="0" smtClean="0"/>
              <a:t>String </a:t>
            </a:r>
            <a:r>
              <a:rPr lang="en-US" dirty="0" err="1" smtClean="0"/>
              <a:t>Ename</a:t>
            </a:r>
            <a:endParaRPr lang="en-US" dirty="0" smtClean="0"/>
          </a:p>
          <a:p>
            <a:r>
              <a:rPr lang="en-US" dirty="0" smtClean="0"/>
              <a:t>String </a:t>
            </a:r>
            <a:r>
              <a:rPr lang="en-US" dirty="0" err="1" smtClean="0"/>
              <a:t>Eaddress</a:t>
            </a:r>
            <a:endParaRPr lang="en-US" dirty="0" smtClean="0"/>
          </a:p>
          <a:p>
            <a:r>
              <a:rPr lang="en-US" dirty="0" err="1" smtClean="0"/>
              <a:t>Int</a:t>
            </a:r>
            <a:r>
              <a:rPr lang="en-US" dirty="0" smtClean="0"/>
              <a:t> </a:t>
            </a:r>
            <a:r>
              <a:rPr lang="en-US" dirty="0" err="1" smtClean="0"/>
              <a:t>Eage</a:t>
            </a:r>
            <a:endParaRPr lang="en-US" dirty="0" smtClean="0"/>
          </a:p>
          <a:p>
            <a:r>
              <a:rPr lang="en-US" dirty="0" smtClean="0"/>
              <a:t>Public </a:t>
            </a:r>
            <a:r>
              <a:rPr lang="en-US" dirty="0" err="1" smtClean="0"/>
              <a:t>int</a:t>
            </a:r>
            <a:r>
              <a:rPr lang="en-US" dirty="0" smtClean="0"/>
              <a:t> </a:t>
            </a:r>
            <a:r>
              <a:rPr lang="en-US" dirty="0" err="1" smtClean="0"/>
              <a:t>PEmpId</a:t>
            </a:r>
            <a:r>
              <a:rPr lang="en-US" dirty="0" smtClean="0"/>
              <a:t>(</a:t>
            </a:r>
            <a:r>
              <a:rPr lang="en-US" dirty="0" err="1" smtClean="0"/>
              <a:t>sg</a:t>
            </a:r>
            <a:r>
              <a:rPr lang="en-US" dirty="0" smtClean="0"/>
              <a:t>)</a:t>
            </a:r>
          </a:p>
          <a:p>
            <a:r>
              <a:rPr lang="en-US" dirty="0" smtClean="0"/>
              <a:t>Public string </a:t>
            </a:r>
            <a:r>
              <a:rPr lang="en-US" dirty="0" err="1" smtClean="0"/>
              <a:t>PEName</a:t>
            </a:r>
            <a:r>
              <a:rPr lang="en-US" dirty="0" smtClean="0"/>
              <a:t>(</a:t>
            </a:r>
            <a:r>
              <a:rPr lang="en-US" dirty="0" err="1" smtClean="0"/>
              <a:t>sg</a:t>
            </a:r>
            <a:r>
              <a:rPr lang="en-US" dirty="0" smtClean="0"/>
              <a:t>)</a:t>
            </a:r>
          </a:p>
          <a:p>
            <a:r>
              <a:rPr lang="en-US" dirty="0" smtClean="0"/>
              <a:t>Public string </a:t>
            </a:r>
            <a:r>
              <a:rPr lang="en-US" dirty="0" err="1" smtClean="0"/>
              <a:t>PEAddress</a:t>
            </a:r>
            <a:r>
              <a:rPr lang="en-US" dirty="0" smtClean="0"/>
              <a:t>(</a:t>
            </a:r>
            <a:r>
              <a:rPr lang="en-US" dirty="0" err="1" smtClean="0"/>
              <a:t>sg</a:t>
            </a:r>
            <a:r>
              <a:rPr lang="en-US" dirty="0" smtClean="0"/>
              <a:t>)</a:t>
            </a:r>
          </a:p>
          <a:p>
            <a:r>
              <a:rPr lang="en-US" dirty="0" smtClean="0"/>
              <a:t>Public </a:t>
            </a:r>
            <a:r>
              <a:rPr lang="en-US" dirty="0" err="1" smtClean="0"/>
              <a:t>int</a:t>
            </a:r>
            <a:r>
              <a:rPr lang="en-US" dirty="0" smtClean="0"/>
              <a:t> </a:t>
            </a:r>
            <a:r>
              <a:rPr lang="en-US" dirty="0" err="1" smtClean="0"/>
              <a:t>PEAge</a:t>
            </a:r>
            <a:r>
              <a:rPr lang="en-US" dirty="0" smtClean="0"/>
              <a:t>(</a:t>
            </a:r>
            <a:r>
              <a:rPr lang="en-US" dirty="0" err="1" smtClean="0"/>
              <a:t>sg</a:t>
            </a:r>
            <a:r>
              <a:rPr lang="en-US" dirty="0" smtClean="0"/>
              <a:t>)</a:t>
            </a:r>
            <a:endParaRPr lang="en-US" dirty="0"/>
          </a:p>
        </p:txBody>
      </p:sp>
      <p:sp>
        <p:nvSpPr>
          <p:cNvPr id="6" name="Rectangle 5"/>
          <p:cNvSpPr/>
          <p:nvPr/>
        </p:nvSpPr>
        <p:spPr>
          <a:xfrm>
            <a:off x="5105400" y="4419600"/>
            <a:ext cx="3124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r>
              <a:rPr lang="en-US" dirty="0" smtClean="0"/>
              <a:t>In the above example data fields of </a:t>
            </a:r>
            <a:r>
              <a:rPr lang="en-US" dirty="0" err="1" smtClean="0"/>
              <a:t>ClsEmployee</a:t>
            </a:r>
            <a:r>
              <a:rPr lang="en-US" dirty="0" smtClean="0"/>
              <a:t> are private(</a:t>
            </a:r>
            <a:r>
              <a:rPr lang="en-US" dirty="0" err="1" smtClean="0"/>
              <a:t>defult</a:t>
            </a:r>
            <a:r>
              <a:rPr lang="en-US" dirty="0" smtClean="0"/>
              <a:t>). Though they are not accessible from Clsproperty1 class, we transferred the data into data fields with the help of properties and properties code is hidden from Clsproperty1 class, but we are able to serve the result finally.</a:t>
            </a:r>
          </a:p>
          <a:p>
            <a:r>
              <a:rPr lang="en-US" dirty="0" smtClean="0"/>
              <a:t>As, we providing abstraction to the Data fields here, this is known as Data abstraction. So properties will provide data abstraction.</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sz="2800" dirty="0" smtClean="0"/>
              <a:t>Program for read only and write only </a:t>
            </a:r>
            <a:r>
              <a:rPr lang="en-US" sz="2800" dirty="0" smtClean="0">
                <a:hlinkClick r:id="rId2" action="ppaction://hlinkfile"/>
              </a:rPr>
              <a:t>properties</a:t>
            </a:r>
            <a:endParaRPr lang="en-US" sz="2800" dirty="0"/>
          </a:p>
        </p:txBody>
      </p:sp>
      <p:sp>
        <p:nvSpPr>
          <p:cNvPr id="3" name="Content Placeholder 2"/>
          <p:cNvSpPr>
            <a:spLocks noGrp="1"/>
          </p:cNvSpPr>
          <p:nvPr>
            <p:ph idx="1"/>
          </p:nvPr>
        </p:nvSpPr>
        <p:spPr>
          <a:xfrm>
            <a:off x="457200" y="762000"/>
            <a:ext cx="8229600" cy="5364163"/>
          </a:xfrm>
        </p:spPr>
        <p:txBody>
          <a:bodyPr/>
          <a:lstStyle/>
          <a:p>
            <a:endParaRPr lang="en-US" dirty="0"/>
          </a:p>
        </p:txBody>
      </p:sp>
      <p:sp>
        <p:nvSpPr>
          <p:cNvPr id="4" name="Rectangle 3"/>
          <p:cNvSpPr/>
          <p:nvPr/>
        </p:nvSpPr>
        <p:spPr>
          <a:xfrm>
            <a:off x="5105400" y="1676400"/>
            <a:ext cx="3124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smtClean="0"/>
              <a:t>ClsEmployee</a:t>
            </a:r>
            <a:endParaRPr lang="en-US" dirty="0"/>
          </a:p>
        </p:txBody>
      </p:sp>
      <p:sp>
        <p:nvSpPr>
          <p:cNvPr id="5" name="Rectangle 4"/>
          <p:cNvSpPr/>
          <p:nvPr/>
        </p:nvSpPr>
        <p:spPr>
          <a:xfrm>
            <a:off x="5105400" y="2057400"/>
            <a:ext cx="3124200" cy="1752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smtClean="0"/>
              <a:t>Int</a:t>
            </a:r>
            <a:r>
              <a:rPr lang="en-US" dirty="0" smtClean="0"/>
              <a:t> Num1</a:t>
            </a:r>
          </a:p>
          <a:p>
            <a:r>
              <a:rPr lang="en-US" dirty="0" err="1" smtClean="0"/>
              <a:t>Int</a:t>
            </a:r>
            <a:r>
              <a:rPr lang="en-US" dirty="0" smtClean="0"/>
              <a:t> Num2</a:t>
            </a:r>
          </a:p>
          <a:p>
            <a:r>
              <a:rPr lang="en-US" dirty="0" err="1" smtClean="0"/>
              <a:t>Int</a:t>
            </a:r>
            <a:r>
              <a:rPr lang="en-US" dirty="0" smtClean="0"/>
              <a:t> Result</a:t>
            </a:r>
          </a:p>
          <a:p>
            <a:r>
              <a:rPr lang="en-US" dirty="0" smtClean="0"/>
              <a:t>Public </a:t>
            </a:r>
            <a:r>
              <a:rPr lang="en-US" dirty="0" err="1" smtClean="0"/>
              <a:t>int</a:t>
            </a:r>
            <a:r>
              <a:rPr lang="en-US" dirty="0" smtClean="0"/>
              <a:t> PNum1</a:t>
            </a:r>
          </a:p>
          <a:p>
            <a:r>
              <a:rPr lang="en-US" dirty="0" smtClean="0"/>
              <a:t>Public </a:t>
            </a:r>
            <a:r>
              <a:rPr lang="en-US" dirty="0" err="1" smtClean="0"/>
              <a:t>int</a:t>
            </a:r>
            <a:r>
              <a:rPr lang="en-US" dirty="0" smtClean="0"/>
              <a:t> PNum2</a:t>
            </a:r>
          </a:p>
          <a:p>
            <a:r>
              <a:rPr lang="en-US" dirty="0" smtClean="0"/>
              <a:t>Public </a:t>
            </a:r>
            <a:r>
              <a:rPr lang="en-US" dirty="0" err="1" smtClean="0"/>
              <a:t>int</a:t>
            </a:r>
            <a:r>
              <a:rPr lang="en-US" dirty="0" smtClean="0"/>
              <a:t> </a:t>
            </a:r>
            <a:r>
              <a:rPr lang="en-US" dirty="0" err="1" smtClean="0"/>
              <a:t>PResult</a:t>
            </a:r>
            <a:endParaRPr lang="en-US" dirty="0"/>
          </a:p>
        </p:txBody>
      </p:sp>
      <p:sp>
        <p:nvSpPr>
          <p:cNvPr id="6" name="Rectangle 5"/>
          <p:cNvSpPr/>
          <p:nvPr/>
        </p:nvSpPr>
        <p:spPr>
          <a:xfrm>
            <a:off x="5105400" y="3810000"/>
            <a:ext cx="31242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Public void Add()</a:t>
            </a:r>
          </a:p>
          <a:p>
            <a:r>
              <a:rPr lang="en-US" dirty="0" smtClean="0"/>
              <a:t>Public void Subtract()</a:t>
            </a:r>
          </a:p>
          <a:p>
            <a:r>
              <a:rPr lang="en-US" dirty="0" smtClean="0"/>
              <a:t>Public void Multiply()</a:t>
            </a:r>
          </a:p>
          <a:p>
            <a:r>
              <a:rPr lang="en-US" dirty="0" smtClean="0"/>
              <a:t>Public void Divide()</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smtClean="0"/>
              <a:t>In the above example, the result Data field, which is calculated in </a:t>
            </a:r>
            <a:r>
              <a:rPr lang="en-US" dirty="0" err="1" smtClean="0"/>
              <a:t>ClsArithmatic</a:t>
            </a:r>
            <a:r>
              <a:rPr lang="en-US" dirty="0" smtClean="0"/>
              <a:t> class can’t be modified from outside the class, because property </a:t>
            </a:r>
            <a:r>
              <a:rPr lang="en-US" dirty="0" err="1" smtClean="0"/>
              <a:t>PResult</a:t>
            </a:r>
            <a:r>
              <a:rPr lang="en-US" dirty="0" smtClean="0"/>
              <a:t> is read only, using which we can’t write the data into data field.</a:t>
            </a:r>
          </a:p>
          <a:p>
            <a:r>
              <a:rPr lang="en-US" dirty="0" smtClean="0"/>
              <a:t>If there is no property we need to “set” out result Data field as public, then result field doesn't have any security from outside class</a:t>
            </a:r>
            <a:endParaRPr lang="en-US" dirty="0" smtClean="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Advantages of properties</a:t>
            </a:r>
            <a:endParaRPr lang="en-US" dirty="0"/>
          </a:p>
        </p:txBody>
      </p:sp>
      <p:sp>
        <p:nvSpPr>
          <p:cNvPr id="3" name="Content Placeholder 2"/>
          <p:cNvSpPr>
            <a:spLocks noGrp="1"/>
          </p:cNvSpPr>
          <p:nvPr>
            <p:ph idx="1"/>
          </p:nvPr>
        </p:nvSpPr>
        <p:spPr>
          <a:xfrm>
            <a:off x="457200" y="914400"/>
            <a:ext cx="8229600" cy="5211763"/>
          </a:xfrm>
        </p:spPr>
        <p:txBody>
          <a:bodyPr/>
          <a:lstStyle/>
          <a:p>
            <a:r>
              <a:rPr lang="en-US" dirty="0" smtClean="0"/>
              <a:t>Properties will provide abstraction to the data fields.</a:t>
            </a:r>
          </a:p>
          <a:p>
            <a:r>
              <a:rPr lang="en-US" dirty="0" smtClean="0"/>
              <a:t>Properties will provide security to the data field.</a:t>
            </a:r>
          </a:p>
          <a:p>
            <a:r>
              <a:rPr lang="en-US" dirty="0" smtClean="0"/>
              <a:t>Properties can be used to validate the data before allowing a change.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Symmetric and asymmetric </a:t>
            </a:r>
            <a:r>
              <a:rPr lang="en-US" dirty="0" err="1" smtClean="0"/>
              <a:t>accessors</a:t>
            </a:r>
            <a:endParaRPr lang="en-US" dirty="0"/>
          </a:p>
        </p:txBody>
      </p:sp>
      <p:sp>
        <p:nvSpPr>
          <p:cNvPr id="3" name="Content Placeholder 2"/>
          <p:cNvSpPr>
            <a:spLocks noGrp="1"/>
          </p:cNvSpPr>
          <p:nvPr>
            <p:ph idx="1"/>
          </p:nvPr>
        </p:nvSpPr>
        <p:spPr>
          <a:xfrm>
            <a:off x="457200" y="914400"/>
            <a:ext cx="8229600" cy="5211763"/>
          </a:xfrm>
        </p:spPr>
        <p:txBody>
          <a:bodyPr>
            <a:normAutofit fontScale="92500" lnSpcReduction="20000"/>
          </a:bodyPr>
          <a:lstStyle/>
          <a:p>
            <a:r>
              <a:rPr lang="en-US" dirty="0" smtClean="0"/>
              <a:t>By default accessibility of </a:t>
            </a:r>
            <a:r>
              <a:rPr lang="en-US" dirty="0" err="1" smtClean="0"/>
              <a:t>asessors</a:t>
            </a:r>
            <a:r>
              <a:rPr lang="en-US" dirty="0" smtClean="0"/>
              <a:t> is same as the accessibility of the property.</a:t>
            </a:r>
          </a:p>
          <a:p>
            <a:pPr>
              <a:buNone/>
            </a:pPr>
            <a:r>
              <a:rPr lang="en-US" dirty="0" smtClean="0"/>
              <a:t>Ex:-public </a:t>
            </a:r>
            <a:r>
              <a:rPr lang="en-US" dirty="0" err="1" smtClean="0"/>
              <a:t>int</a:t>
            </a:r>
            <a:r>
              <a:rPr lang="en-US" dirty="0" smtClean="0"/>
              <a:t> </a:t>
            </a:r>
            <a:r>
              <a:rPr lang="en-US" dirty="0" err="1" smtClean="0"/>
              <a:t>PEmpId</a:t>
            </a:r>
            <a:endParaRPr lang="en-US" dirty="0" smtClean="0"/>
          </a:p>
          <a:p>
            <a:pPr>
              <a:buNone/>
            </a:pPr>
            <a:r>
              <a:rPr lang="en-US" dirty="0" smtClean="0"/>
              <a:t>{</a:t>
            </a:r>
          </a:p>
          <a:p>
            <a:pPr>
              <a:buNone/>
            </a:pPr>
            <a:r>
              <a:rPr lang="en-US" dirty="0" smtClean="0"/>
              <a:t>	</a:t>
            </a:r>
            <a:r>
              <a:rPr lang="en-US" dirty="0" smtClean="0"/>
              <a:t>set{</a:t>
            </a:r>
            <a:r>
              <a:rPr lang="en-US" dirty="0" err="1" smtClean="0"/>
              <a:t>Empid</a:t>
            </a:r>
            <a:r>
              <a:rPr lang="en-US" dirty="0" smtClean="0"/>
              <a:t>=value};</a:t>
            </a:r>
          </a:p>
          <a:p>
            <a:pPr>
              <a:buNone/>
            </a:pPr>
            <a:r>
              <a:rPr lang="en-US" dirty="0" smtClean="0"/>
              <a:t>	</a:t>
            </a:r>
            <a:r>
              <a:rPr lang="en-US" dirty="0" smtClean="0"/>
              <a:t>get{return </a:t>
            </a:r>
            <a:r>
              <a:rPr lang="en-US" dirty="0" err="1" smtClean="0"/>
              <a:t>Empid</a:t>
            </a:r>
            <a:r>
              <a:rPr lang="en-US" dirty="0" smtClean="0"/>
              <a:t>};</a:t>
            </a:r>
          </a:p>
          <a:p>
            <a:pPr>
              <a:buNone/>
            </a:pPr>
            <a:r>
              <a:rPr lang="en-US" dirty="0" smtClean="0"/>
              <a:t>}</a:t>
            </a:r>
          </a:p>
          <a:p>
            <a:r>
              <a:rPr lang="en-US" dirty="0" smtClean="0"/>
              <a:t>Here ,property </a:t>
            </a:r>
            <a:r>
              <a:rPr lang="en-US" dirty="0" err="1" smtClean="0"/>
              <a:t>Pempid</a:t>
            </a:r>
            <a:r>
              <a:rPr lang="en-US" dirty="0" smtClean="0"/>
              <a:t> is declare as public, so set and get will be public.</a:t>
            </a:r>
          </a:p>
          <a:p>
            <a:r>
              <a:rPr lang="en-US" dirty="0" smtClean="0"/>
              <a:t>If property is private, then set and get will be private</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r>
              <a:rPr lang="en-US" dirty="0" smtClean="0"/>
              <a:t>Symmetric </a:t>
            </a:r>
            <a:r>
              <a:rPr lang="en-US" dirty="0" err="1" smtClean="0"/>
              <a:t>asessors</a:t>
            </a:r>
            <a:r>
              <a:rPr lang="en-US" dirty="0" smtClean="0"/>
              <a:t>:- if accessibility of the </a:t>
            </a:r>
            <a:r>
              <a:rPr lang="en-US" dirty="0" err="1" smtClean="0"/>
              <a:t>accessors</a:t>
            </a:r>
            <a:r>
              <a:rPr lang="en-US" dirty="0" smtClean="0"/>
              <a:t> are same, then </a:t>
            </a:r>
            <a:r>
              <a:rPr lang="en-US" dirty="0" err="1" smtClean="0"/>
              <a:t>accessors</a:t>
            </a:r>
            <a:r>
              <a:rPr lang="en-US" dirty="0" smtClean="0"/>
              <a:t> are known as symmetric </a:t>
            </a:r>
            <a:r>
              <a:rPr lang="en-US" dirty="0" err="1" smtClean="0"/>
              <a:t>accessors</a:t>
            </a:r>
            <a:r>
              <a:rPr lang="en-US" dirty="0" smtClean="0"/>
              <a:t>.</a:t>
            </a:r>
          </a:p>
          <a:p>
            <a:r>
              <a:rPr lang="en-US" dirty="0" smtClean="0"/>
              <a:t>Asymmetric </a:t>
            </a:r>
            <a:r>
              <a:rPr lang="en-US" dirty="0" err="1" smtClean="0"/>
              <a:t>accessors</a:t>
            </a:r>
            <a:r>
              <a:rPr lang="en-US" dirty="0" smtClean="0"/>
              <a:t>:- If the accessibility of the </a:t>
            </a:r>
            <a:r>
              <a:rPr lang="en-US" dirty="0" err="1" smtClean="0"/>
              <a:t>accessors</a:t>
            </a:r>
            <a:r>
              <a:rPr lang="en-US" dirty="0" smtClean="0"/>
              <a:t> is to same, then </a:t>
            </a:r>
            <a:r>
              <a:rPr lang="en-US" dirty="0" err="1" smtClean="0"/>
              <a:t>assesssors</a:t>
            </a:r>
            <a:r>
              <a:rPr lang="en-US" dirty="0" smtClean="0"/>
              <a:t> are known as asymmetric.</a:t>
            </a:r>
          </a:p>
          <a:p>
            <a:pPr>
              <a:buNone/>
            </a:pPr>
            <a:r>
              <a:rPr lang="en-US" dirty="0" smtClean="0"/>
              <a:t>Public </a:t>
            </a:r>
            <a:r>
              <a:rPr lang="en-US" dirty="0" err="1" smtClean="0"/>
              <a:t>int</a:t>
            </a:r>
            <a:r>
              <a:rPr lang="en-US" dirty="0" smtClean="0"/>
              <a:t> </a:t>
            </a:r>
            <a:r>
              <a:rPr lang="en-US" dirty="0" err="1" smtClean="0"/>
              <a:t>PEmpId</a:t>
            </a:r>
            <a:endParaRPr lang="en-US" dirty="0" smtClean="0"/>
          </a:p>
          <a:p>
            <a:pPr>
              <a:buNone/>
            </a:pPr>
            <a:r>
              <a:rPr lang="en-US" dirty="0" smtClean="0"/>
              <a:t>{</a:t>
            </a:r>
          </a:p>
          <a:p>
            <a:pPr>
              <a:buNone/>
            </a:pPr>
            <a:r>
              <a:rPr lang="en-US" dirty="0" smtClean="0"/>
              <a:t>	</a:t>
            </a:r>
            <a:r>
              <a:rPr lang="en-US" dirty="0" smtClean="0"/>
              <a:t>protected set{</a:t>
            </a:r>
            <a:r>
              <a:rPr lang="en-US" dirty="0" err="1" smtClean="0"/>
              <a:t>EmpId</a:t>
            </a:r>
            <a:r>
              <a:rPr lang="en-US" dirty="0" smtClean="0"/>
              <a:t>=value};</a:t>
            </a:r>
          </a:p>
          <a:p>
            <a:pPr>
              <a:buNone/>
            </a:pPr>
            <a:r>
              <a:rPr lang="en-US" dirty="0" smtClean="0"/>
              <a:t>	</a:t>
            </a:r>
            <a:r>
              <a:rPr lang="en-US" dirty="0" smtClean="0"/>
              <a:t>get{return </a:t>
            </a:r>
            <a:r>
              <a:rPr lang="en-US" dirty="0" err="1" smtClean="0"/>
              <a:t>Empid</a:t>
            </a:r>
            <a:r>
              <a:rPr lang="en-US" dirty="0" smtClean="0"/>
              <a:t>};</a:t>
            </a:r>
          </a:p>
          <a:p>
            <a:pPr>
              <a:buNone/>
            </a:pPr>
            <a:r>
              <a:rPr lang="en-US" dirty="0" smtClean="0"/>
              <a:t>}</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r>
              <a:rPr lang="en-US" dirty="0" smtClean="0"/>
              <a:t>In the above example set is protected and get is public, so they are known as asymmetric.</a:t>
            </a:r>
          </a:p>
          <a:p>
            <a:r>
              <a:rPr lang="en-US" dirty="0" smtClean="0"/>
              <a:t>In general asymmetric </a:t>
            </a:r>
            <a:r>
              <a:rPr lang="en-US" dirty="0" err="1" smtClean="0"/>
              <a:t>accessors</a:t>
            </a:r>
            <a:r>
              <a:rPr lang="en-US" dirty="0" smtClean="0"/>
              <a:t> are used in Inheritance process.</a:t>
            </a:r>
          </a:p>
          <a:p>
            <a:r>
              <a:rPr lang="en-US" dirty="0" smtClean="0"/>
              <a:t>We cal also write the read only property using two </a:t>
            </a:r>
            <a:r>
              <a:rPr lang="en-US" dirty="0" err="1" smtClean="0"/>
              <a:t>accessors</a:t>
            </a:r>
            <a:r>
              <a:rPr lang="en-US" dirty="0" smtClean="0"/>
              <a:t> like</a:t>
            </a:r>
          </a:p>
          <a:p>
            <a:pPr>
              <a:buNone/>
            </a:pPr>
            <a:r>
              <a:rPr lang="en-US" dirty="0" smtClean="0"/>
              <a:t>Public </a:t>
            </a:r>
            <a:r>
              <a:rPr lang="en-US" dirty="0" err="1" smtClean="0"/>
              <a:t>int</a:t>
            </a:r>
            <a:r>
              <a:rPr lang="en-US" dirty="0" smtClean="0"/>
              <a:t> </a:t>
            </a:r>
            <a:r>
              <a:rPr lang="en-US" dirty="0" err="1" smtClean="0"/>
              <a:t>PEmpId</a:t>
            </a:r>
            <a:endParaRPr lang="en-US" dirty="0" smtClean="0"/>
          </a:p>
          <a:p>
            <a:pPr>
              <a:buNone/>
            </a:pPr>
            <a:r>
              <a:rPr lang="en-US" dirty="0" smtClean="0"/>
              <a:t>{</a:t>
            </a:r>
          </a:p>
          <a:p>
            <a:pPr>
              <a:buNone/>
            </a:pPr>
            <a:r>
              <a:rPr lang="en-US" dirty="0" smtClean="0"/>
              <a:t>	</a:t>
            </a:r>
            <a:r>
              <a:rPr lang="en-US" dirty="0" smtClean="0"/>
              <a:t>set{</a:t>
            </a:r>
            <a:r>
              <a:rPr lang="en-US" dirty="0" err="1" smtClean="0"/>
              <a:t>EmpId</a:t>
            </a:r>
            <a:r>
              <a:rPr lang="en-US" dirty="0" smtClean="0"/>
              <a:t>=value};</a:t>
            </a:r>
          </a:p>
          <a:p>
            <a:pPr>
              <a:buNone/>
            </a:pPr>
            <a:r>
              <a:rPr lang="en-US" dirty="0" smtClean="0"/>
              <a:t>	</a:t>
            </a:r>
            <a:r>
              <a:rPr lang="en-US" dirty="0" smtClean="0"/>
              <a:t>private get{return </a:t>
            </a:r>
            <a:r>
              <a:rPr lang="en-US" dirty="0" err="1" smtClean="0"/>
              <a:t>EmpId</a:t>
            </a:r>
            <a:r>
              <a:rPr lang="en-US" dirty="0" smtClean="0"/>
              <a:t>};</a:t>
            </a:r>
          </a:p>
          <a:p>
            <a:pPr>
              <a:buNone/>
            </a:pPr>
            <a:r>
              <a:rPr lang="en-US" dirty="0" smtClean="0"/>
              <a:t>}</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dirty="0" smtClean="0"/>
              <a:t>We can also write the write only property  using two </a:t>
            </a:r>
            <a:r>
              <a:rPr lang="en-US" dirty="0" err="1" smtClean="0"/>
              <a:t>accessors</a:t>
            </a:r>
            <a:r>
              <a:rPr lang="en-US" dirty="0" smtClean="0"/>
              <a:t> like.</a:t>
            </a:r>
          </a:p>
          <a:p>
            <a:pPr>
              <a:buNone/>
            </a:pPr>
            <a:r>
              <a:rPr lang="en-US" dirty="0" smtClean="0"/>
              <a:t>Public </a:t>
            </a:r>
            <a:r>
              <a:rPr lang="en-US" dirty="0" err="1" smtClean="0"/>
              <a:t>int</a:t>
            </a:r>
            <a:r>
              <a:rPr lang="en-US" dirty="0" smtClean="0"/>
              <a:t> </a:t>
            </a:r>
            <a:r>
              <a:rPr lang="en-US" dirty="0" err="1" smtClean="0"/>
              <a:t>Pempid</a:t>
            </a:r>
            <a:endParaRPr lang="en-US" dirty="0" smtClean="0"/>
          </a:p>
          <a:p>
            <a:pPr>
              <a:buNone/>
            </a:pPr>
            <a:r>
              <a:rPr lang="en-US" dirty="0" smtClean="0"/>
              <a:t>{</a:t>
            </a:r>
          </a:p>
          <a:p>
            <a:pPr>
              <a:buNone/>
            </a:pPr>
            <a:r>
              <a:rPr lang="en-US" dirty="0" smtClean="0"/>
              <a:t>	</a:t>
            </a:r>
            <a:r>
              <a:rPr lang="en-US" dirty="0" smtClean="0"/>
              <a:t>private set{</a:t>
            </a:r>
            <a:r>
              <a:rPr lang="en-US" dirty="0" err="1" smtClean="0"/>
              <a:t>EmpId</a:t>
            </a:r>
            <a:r>
              <a:rPr lang="en-US" dirty="0" smtClean="0"/>
              <a:t>=value};</a:t>
            </a:r>
          </a:p>
          <a:p>
            <a:pPr>
              <a:buNone/>
            </a:pPr>
            <a:r>
              <a:rPr lang="en-US" dirty="0" smtClean="0"/>
              <a:t>	</a:t>
            </a:r>
            <a:r>
              <a:rPr lang="en-US" dirty="0" smtClean="0"/>
              <a:t>get {return </a:t>
            </a:r>
            <a:r>
              <a:rPr lang="en-US" smtClean="0"/>
              <a:t>EmpId};</a:t>
            </a:r>
            <a:endParaRPr lang="en-US" dirty="0" smtClean="0"/>
          </a:p>
          <a:p>
            <a:pPr>
              <a:buNone/>
            </a:pPr>
            <a:r>
              <a:rPr lang="en-US" dirty="0" smtClean="0"/>
              <a:t>}</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TotalTime>
  <Words>883</Words>
  <Application>Microsoft Office PowerPoint</Application>
  <PresentationFormat>On-screen Show (4:3)</PresentationFormat>
  <Paragraphs>114</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Properties </vt:lpstr>
      <vt:lpstr>Properties </vt:lpstr>
      <vt:lpstr>Slide 3</vt:lpstr>
      <vt:lpstr>Slide 4</vt:lpstr>
      <vt:lpstr>Slide 5</vt:lpstr>
      <vt:lpstr>Slide 6</vt:lpstr>
      <vt:lpstr>Type of properties</vt:lpstr>
      <vt:lpstr>Read only property</vt:lpstr>
      <vt:lpstr>Write only property</vt:lpstr>
      <vt:lpstr>Read write property</vt:lpstr>
      <vt:lpstr>Slide 11</vt:lpstr>
      <vt:lpstr>Class diagram </vt:lpstr>
      <vt:lpstr>Slide 13</vt:lpstr>
      <vt:lpstr>Program for read only and write only properties</vt:lpstr>
      <vt:lpstr>Slide 15</vt:lpstr>
      <vt:lpstr>Advantages of properties</vt:lpstr>
      <vt:lpstr>Symmetric and asymmetric accessors</vt:lpstr>
      <vt:lpstr>Slide 18</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Properties</dc:title>
  <dc:creator>krishna</dc:creator>
  <cp:lastModifiedBy>krishna</cp:lastModifiedBy>
  <cp:revision>17</cp:revision>
  <dcterms:created xsi:type="dcterms:W3CDTF">2011-11-11T01:54:26Z</dcterms:created>
  <dcterms:modified xsi:type="dcterms:W3CDTF">2011-11-11T05:17:25Z</dcterms:modified>
</cp:coreProperties>
</file>