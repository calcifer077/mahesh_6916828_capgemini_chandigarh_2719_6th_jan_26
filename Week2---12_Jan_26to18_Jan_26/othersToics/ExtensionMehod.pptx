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4C6B76-F8C3-4112-88D3-2B9EF0FA3BF0}" type="datetimeFigureOut">
              <a:rPr lang="en-US" smtClean="0"/>
              <a:pPr/>
              <a:t>11/15/2011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122EA-B771-40CB-9C1E-AEE9171F086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4C6B76-F8C3-4112-88D3-2B9EF0FA3BF0}" type="datetimeFigureOut">
              <a:rPr lang="en-US" smtClean="0"/>
              <a:pPr/>
              <a:t>11/15/2011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122EA-B771-40CB-9C1E-AEE9171F08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classClsOriginal.docx"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Extension </a:t>
            </a:r>
            <a:r>
              <a:rPr lang="en-US" dirty="0" smtClean="0"/>
              <a:t>methods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hlinkClick r:id="rId2" action="ppaction://hlinkfile"/>
              </a:rPr>
              <a:t>Extension</a:t>
            </a:r>
            <a:r>
              <a:rPr lang="en-US" dirty="0" smtClean="0"/>
              <a:t> method</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It was a new feature which has been added in C# 3.0 which allows to new method in a class without editing the source code.</a:t>
            </a:r>
          </a:p>
          <a:p>
            <a:r>
              <a:rPr lang="en-US" dirty="0" smtClean="0"/>
              <a:t>The approach will be near similar to inheritance where in inheritance you can extended the functionality of existing class using its child class. But here both parent and child can be consume using object of child class only.</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Extension method(cont..)</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In case of extension method also we can add new method  to existing class without editing by making use of a static class. but here the two class will not have any relation more over the old and new method are access by using object of old class only</a:t>
            </a:r>
            <a:endParaRPr lang="en-US" dirty="0"/>
          </a:p>
        </p:txBody>
      </p:sp>
      <p:sp>
        <p:nvSpPr>
          <p:cNvPr id="4" name="Rectangle 3"/>
          <p:cNvSpPr/>
          <p:nvPr/>
        </p:nvSpPr>
        <p:spPr>
          <a:xfrm>
            <a:off x="990600" y="3962400"/>
            <a:ext cx="2286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Class1</a:t>
            </a:r>
          </a:p>
          <a:p>
            <a:pPr algn="ctr"/>
            <a:r>
              <a:rPr lang="en-US" dirty="0" smtClean="0"/>
              <a:t>method2</a:t>
            </a:r>
            <a:endParaRPr lang="en-US" dirty="0"/>
          </a:p>
        </p:txBody>
      </p:sp>
      <p:sp>
        <p:nvSpPr>
          <p:cNvPr id="5" name="Rectangle 4"/>
          <p:cNvSpPr/>
          <p:nvPr/>
        </p:nvSpPr>
        <p:spPr>
          <a:xfrm>
            <a:off x="990600" y="5181600"/>
            <a:ext cx="2286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Class2</a:t>
            </a:r>
          </a:p>
          <a:p>
            <a:pPr algn="ctr"/>
            <a:r>
              <a:rPr lang="en-US" dirty="0" smtClean="0"/>
              <a:t>method3</a:t>
            </a:r>
            <a:endParaRPr lang="en-US" dirty="0"/>
          </a:p>
        </p:txBody>
      </p:sp>
      <p:sp>
        <p:nvSpPr>
          <p:cNvPr id="6" name="Rectangle 5"/>
          <p:cNvSpPr/>
          <p:nvPr/>
        </p:nvSpPr>
        <p:spPr>
          <a:xfrm>
            <a:off x="4648200" y="4038600"/>
            <a:ext cx="2286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Class1</a:t>
            </a:r>
          </a:p>
          <a:p>
            <a:pPr algn="ctr"/>
            <a:r>
              <a:rPr lang="en-US" dirty="0" smtClean="0"/>
              <a:t>method2</a:t>
            </a:r>
            <a:endParaRPr lang="en-US" dirty="0"/>
          </a:p>
        </p:txBody>
      </p:sp>
      <p:sp>
        <p:nvSpPr>
          <p:cNvPr id="7" name="Rectangle 6"/>
          <p:cNvSpPr/>
          <p:nvPr/>
        </p:nvSpPr>
        <p:spPr>
          <a:xfrm>
            <a:off x="4648200" y="5181600"/>
            <a:ext cx="2286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Class2</a:t>
            </a:r>
          </a:p>
          <a:p>
            <a:pPr algn="ctr"/>
            <a:r>
              <a:rPr lang="en-US" dirty="0" smtClean="0"/>
              <a:t>method3</a:t>
            </a:r>
            <a:endParaRPr lang="en-US" dirty="0"/>
          </a:p>
        </p:txBody>
      </p:sp>
      <p:cxnSp>
        <p:nvCxnSpPr>
          <p:cNvPr id="9" name="Straight Arrow Connector 8"/>
          <p:cNvCxnSpPr>
            <a:stCxn id="4" idx="2"/>
            <a:endCxn id="5" idx="0"/>
          </p:cNvCxnSpPr>
          <p:nvPr/>
        </p:nvCxnSpPr>
        <p:spPr>
          <a:xfrm rot="5400000">
            <a:off x="1790700" y="4838700"/>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hape 14"/>
          <p:cNvCxnSpPr>
            <a:stCxn id="7" idx="3"/>
          </p:cNvCxnSpPr>
          <p:nvPr/>
        </p:nvCxnSpPr>
        <p:spPr>
          <a:xfrm flipV="1">
            <a:off x="6934200" y="4343400"/>
            <a:ext cx="914400" cy="110490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6" idx="3"/>
          </p:cNvCxnSpPr>
          <p:nvPr/>
        </p:nvCxnSpPr>
        <p:spPr>
          <a:xfrm rot="10800000">
            <a:off x="6934200" y="4305300"/>
            <a:ext cx="9144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990600" y="6019800"/>
            <a:ext cx="2286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Inheritance method</a:t>
            </a:r>
            <a:endParaRPr lang="en-US" dirty="0"/>
          </a:p>
        </p:txBody>
      </p:sp>
      <p:sp>
        <p:nvSpPr>
          <p:cNvPr id="19" name="Rectangle 18"/>
          <p:cNvSpPr/>
          <p:nvPr/>
        </p:nvSpPr>
        <p:spPr>
          <a:xfrm>
            <a:off x="4648200" y="6019800"/>
            <a:ext cx="2286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Extension method</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Extension method(cont..)</a:t>
            </a:r>
            <a:endParaRPr lang="en-US" dirty="0"/>
          </a:p>
        </p:txBody>
      </p:sp>
      <p:sp>
        <p:nvSpPr>
          <p:cNvPr id="3" name="Content Placeholder 2"/>
          <p:cNvSpPr>
            <a:spLocks noGrp="1"/>
          </p:cNvSpPr>
          <p:nvPr>
            <p:ph idx="1"/>
          </p:nvPr>
        </p:nvSpPr>
        <p:spPr>
          <a:xfrm>
            <a:off x="457200" y="914400"/>
            <a:ext cx="8229600" cy="5211763"/>
          </a:xfrm>
        </p:spPr>
        <p:txBody>
          <a:bodyPr/>
          <a:lstStyle/>
          <a:p>
            <a:r>
              <a:rPr lang="en-US" dirty="0" smtClean="0"/>
              <a:t>A limitation in extension method says we can add only method. which doesn't apply to any other member.</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Defining extension method</a:t>
            </a: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20000"/>
          </a:bodyPr>
          <a:lstStyle/>
          <a:p>
            <a:r>
              <a:rPr lang="en-US" dirty="0" smtClean="0"/>
              <a:t>Extension method can be defined only in a static class.</a:t>
            </a:r>
          </a:p>
          <a:p>
            <a:r>
              <a:rPr lang="en-US" dirty="0" smtClean="0"/>
              <a:t>As the method are defined under a static class they need to be defined as static method but once they are  bound with a class they will be changed into instance method.</a:t>
            </a:r>
          </a:p>
          <a:p>
            <a:r>
              <a:rPr lang="en-US" dirty="0" smtClean="0"/>
              <a:t>The first parameter of extension method should be the name of the class to which the method belong prefix with “this” keyword and this parameter will be taken into consideration while invoking the method because it is only tale the which class the method belong</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r>
              <a:rPr lang="en-US" dirty="0" smtClean="0"/>
              <a:t>If an extension method is defined with n parameter while calling the method we will fine n-1 parameter only because as we discussed above first parameter will not be taken into consideration.</a:t>
            </a:r>
          </a:p>
          <a:p>
            <a:r>
              <a:rPr lang="en-US" dirty="0" smtClean="0"/>
              <a:t>One extension method can be bound only with a single class but if required under a static class we can defined any number of extension method binding with them </a:t>
            </a:r>
            <a:r>
              <a:rPr lang="en-US" smtClean="0"/>
              <a:t>different class.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318</Words>
  <Application>Microsoft Office PowerPoint</Application>
  <PresentationFormat>On-screen Show (4:3)</PresentationFormat>
  <Paragraphs>24</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Extension methods</vt:lpstr>
      <vt:lpstr>Extension method</vt:lpstr>
      <vt:lpstr>Extension method(cont..)</vt:lpstr>
      <vt:lpstr>Extension method(cont..)</vt:lpstr>
      <vt:lpstr>Defining extension method</vt:lpstr>
      <vt:lpstr>Slide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Extension mehod</dc:title>
  <dc:creator>krishna</dc:creator>
  <cp:lastModifiedBy>krishna</cp:lastModifiedBy>
  <cp:revision>10</cp:revision>
  <dcterms:created xsi:type="dcterms:W3CDTF">2011-11-15T03:02:35Z</dcterms:created>
  <dcterms:modified xsi:type="dcterms:W3CDTF">2011-11-15T11:59:34Z</dcterms:modified>
</cp:coreProperties>
</file>